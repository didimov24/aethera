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Bebas Neue Cyrillic" panose="020B0604020202020204" charset="0"/>
      <p:regular r:id="rId8"/>
    </p:embeddedFont>
    <p:embeddedFont>
      <p:font typeface="Open Sans" panose="020B0606030504020204" pitchFamily="34" charset="0"/>
      <p:regular r:id="rId9"/>
      <p:bold r:id="rId10"/>
    </p:embeddedFont>
    <p:embeddedFont>
      <p:font typeface="Quicksand" panose="020B0604020202020204" charset="0"/>
      <p:regular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226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777" b="-38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762060" y="4695577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20" y="0"/>
                </a:lnTo>
                <a:lnTo>
                  <a:pt x="75815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62481" y="-4809539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084567" y="-3534023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5484741">
            <a:off x="8618816" y="5143500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3836789" y="-168205"/>
            <a:ext cx="10614422" cy="10455205"/>
          </a:xfrm>
          <a:custGeom>
            <a:avLst/>
            <a:gdLst/>
            <a:ahLst/>
            <a:cxnLst/>
            <a:rect l="l" t="t" r="r" b="b"/>
            <a:pathLst>
              <a:path w="10614422" h="10455205">
                <a:moveTo>
                  <a:pt x="0" y="0"/>
                </a:moveTo>
                <a:lnTo>
                  <a:pt x="10614422" y="0"/>
                </a:lnTo>
                <a:lnTo>
                  <a:pt x="10614422" y="10455205"/>
                </a:lnTo>
                <a:lnTo>
                  <a:pt x="0" y="104552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2954045" y="10244794"/>
            <a:ext cx="12379909" cy="4002908"/>
            <a:chOff x="0" y="0"/>
            <a:chExt cx="16506546" cy="53372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506546" cy="4458449"/>
            </a:xfrm>
            <a:custGeom>
              <a:avLst/>
              <a:gdLst/>
              <a:ahLst/>
              <a:cxnLst/>
              <a:rect l="l" t="t" r="r" b="b"/>
              <a:pathLst>
                <a:path w="16506546" h="4458449">
                  <a:moveTo>
                    <a:pt x="0" y="0"/>
                  </a:moveTo>
                  <a:lnTo>
                    <a:pt x="16506546" y="0"/>
                  </a:lnTo>
                  <a:lnTo>
                    <a:pt x="16506546" y="4458449"/>
                  </a:lnTo>
                  <a:lnTo>
                    <a:pt x="0" y="4458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6279" t="-23937" r="-10988" b="-953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39558" y="4439399"/>
              <a:ext cx="7027429" cy="897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65"/>
                </a:lnSpc>
              </a:pPr>
              <a:r>
                <a:rPr lang="en-US" sz="4397">
                  <a:solidFill>
                    <a:srgbClr val="1B1A17"/>
                  </a:solidFill>
                  <a:latin typeface="Quicksand"/>
                  <a:ea typeface="Quicksand"/>
                  <a:cs typeface="Quicksand"/>
                  <a:sym typeface="Quicksand"/>
                </a:rPr>
                <a:t>study platform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777" b="-38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562481" y="-4809539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4084567" y="-3534023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-2762060" y="4695577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20" y="0"/>
                </a:lnTo>
                <a:lnTo>
                  <a:pt x="75815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5484741">
            <a:off x="8618816" y="5143500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-10714762">
            <a:off x="10539765" y="4624550"/>
            <a:ext cx="490507" cy="512948"/>
          </a:xfrm>
          <a:custGeom>
            <a:avLst/>
            <a:gdLst/>
            <a:ahLst/>
            <a:cxnLst/>
            <a:rect l="l" t="t" r="r" b="b"/>
            <a:pathLst>
              <a:path w="490507" h="512948">
                <a:moveTo>
                  <a:pt x="0" y="0"/>
                </a:moveTo>
                <a:lnTo>
                  <a:pt x="490507" y="0"/>
                </a:lnTo>
                <a:lnTo>
                  <a:pt x="490507" y="512948"/>
                </a:lnTo>
                <a:lnTo>
                  <a:pt x="0" y="5129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7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8" name="Group 8"/>
          <p:cNvGrpSpPr/>
          <p:nvPr/>
        </p:nvGrpSpPr>
        <p:grpSpPr>
          <a:xfrm>
            <a:off x="2954045" y="2694123"/>
            <a:ext cx="12379909" cy="4002908"/>
            <a:chOff x="0" y="0"/>
            <a:chExt cx="16506546" cy="53372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506546" cy="4458449"/>
            </a:xfrm>
            <a:custGeom>
              <a:avLst/>
              <a:gdLst/>
              <a:ahLst/>
              <a:cxnLst/>
              <a:rect l="l" t="t" r="r" b="b"/>
              <a:pathLst>
                <a:path w="16506546" h="4458449">
                  <a:moveTo>
                    <a:pt x="0" y="0"/>
                  </a:moveTo>
                  <a:lnTo>
                    <a:pt x="16506546" y="0"/>
                  </a:lnTo>
                  <a:lnTo>
                    <a:pt x="16506546" y="4458449"/>
                  </a:lnTo>
                  <a:lnTo>
                    <a:pt x="0" y="44584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279" t="-23937" r="-10988" b="-95312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39558" y="4439399"/>
              <a:ext cx="7027429" cy="897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365"/>
                </a:lnSpc>
              </a:pPr>
              <a:r>
                <a:rPr lang="en-US" sz="4397">
                  <a:solidFill>
                    <a:srgbClr val="1B1A17"/>
                  </a:solidFill>
                  <a:latin typeface="Quicksand"/>
                  <a:ea typeface="Quicksand"/>
                  <a:cs typeface="Quicksand"/>
                  <a:sym typeface="Quicksand"/>
                </a:rPr>
                <a:t>study platform</a:t>
              </a:r>
            </a:p>
          </p:txBody>
        </p:sp>
      </p:grpSp>
      <p:sp>
        <p:nvSpPr>
          <p:cNvPr id="11" name="Freeform 11"/>
          <p:cNvSpPr/>
          <p:nvPr/>
        </p:nvSpPr>
        <p:spPr>
          <a:xfrm rot="5400000">
            <a:off x="4044994" y="3069901"/>
            <a:ext cx="470549" cy="463490"/>
          </a:xfrm>
          <a:custGeom>
            <a:avLst/>
            <a:gdLst/>
            <a:ahLst/>
            <a:cxnLst/>
            <a:rect l="l" t="t" r="r" b="b"/>
            <a:pathLst>
              <a:path w="470549" h="463490">
                <a:moveTo>
                  <a:pt x="0" y="0"/>
                </a:moveTo>
                <a:lnTo>
                  <a:pt x="470549" y="0"/>
                </a:lnTo>
                <a:lnTo>
                  <a:pt x="470549" y="463491"/>
                </a:lnTo>
                <a:lnTo>
                  <a:pt x="0" y="46349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777" b="-38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10800000">
            <a:off x="9760027" y="4919728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-2762060" y="3644213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20" y="0"/>
                </a:lnTo>
                <a:lnTo>
                  <a:pt x="75815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-10800000">
            <a:off x="14084567" y="-4585387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-5315258">
            <a:off x="2703692" y="-5033311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804332" y="677927"/>
            <a:ext cx="6679337" cy="266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98"/>
              </a:lnSpc>
              <a:spcBef>
                <a:spcPct val="0"/>
              </a:spcBef>
            </a:pPr>
            <a:r>
              <a:rPr lang="en-US" sz="17376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OUR TEAM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2432867" y="3448636"/>
            <a:ext cx="2681051" cy="2692829"/>
            <a:chOff x="0" y="0"/>
            <a:chExt cx="665790" cy="66871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65790" cy="668715"/>
            </a:xfrm>
            <a:custGeom>
              <a:avLst/>
              <a:gdLst/>
              <a:ahLst/>
              <a:cxnLst/>
              <a:rect l="l" t="t" r="r" b="b"/>
              <a:pathLst>
                <a:path w="665790" h="668715">
                  <a:moveTo>
                    <a:pt x="0" y="0"/>
                  </a:moveTo>
                  <a:lnTo>
                    <a:pt x="665790" y="0"/>
                  </a:lnTo>
                  <a:lnTo>
                    <a:pt x="665790" y="668715"/>
                  </a:lnTo>
                  <a:lnTo>
                    <a:pt x="0" y="668715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C5C5C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665790" cy="70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2503879" y="3497561"/>
            <a:ext cx="2539027" cy="2539027"/>
            <a:chOff x="0" y="0"/>
            <a:chExt cx="6311900" cy="6311900"/>
          </a:xfrm>
        </p:grpSpPr>
        <p:sp>
          <p:nvSpPr>
            <p:cNvPr id="12" name="Freeform 12"/>
            <p:cNvSpPr/>
            <p:nvPr/>
          </p:nvSpPr>
          <p:spPr>
            <a:xfrm>
              <a:off x="8255" y="8255"/>
              <a:ext cx="6295390" cy="6295390"/>
            </a:xfrm>
            <a:custGeom>
              <a:avLst/>
              <a:gdLst/>
              <a:ahLst/>
              <a:cxnLst/>
              <a:rect l="l" t="t" r="r" b="b"/>
              <a:pathLst>
                <a:path w="6295390" h="6295390">
                  <a:moveTo>
                    <a:pt x="0" y="0"/>
                  </a:moveTo>
                  <a:lnTo>
                    <a:pt x="6295390" y="0"/>
                  </a:lnTo>
                  <a:lnTo>
                    <a:pt x="6295390" y="6295390"/>
                  </a:lnTo>
                  <a:lnTo>
                    <a:pt x="0" y="6295390"/>
                  </a:lnTo>
                  <a:close/>
                </a:path>
              </a:pathLst>
            </a:custGeom>
            <a:blipFill>
              <a:blip r:embed="rId4"/>
              <a:stretch>
                <a:fillRect l="-13390" t="-6454" r="-2131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6311900" cy="6311900"/>
            </a:xfrm>
            <a:custGeom>
              <a:avLst/>
              <a:gdLst/>
              <a:ahLst/>
              <a:cxnLst/>
              <a:rect l="l" t="t" r="r" b="b"/>
              <a:pathLst>
                <a:path w="6311900" h="6311900">
                  <a:moveTo>
                    <a:pt x="6311900" y="6311900"/>
                  </a:moveTo>
                  <a:lnTo>
                    <a:pt x="0" y="6311900"/>
                  </a:lnTo>
                  <a:lnTo>
                    <a:pt x="0" y="0"/>
                  </a:lnTo>
                  <a:lnTo>
                    <a:pt x="6311900" y="0"/>
                  </a:lnTo>
                  <a:lnTo>
                    <a:pt x="6311900" y="6311900"/>
                  </a:lnTo>
                  <a:close/>
                  <a:moveTo>
                    <a:pt x="16510" y="6295390"/>
                  </a:moveTo>
                  <a:lnTo>
                    <a:pt x="6295390" y="6295390"/>
                  </a:lnTo>
                  <a:lnTo>
                    <a:pt x="6295390" y="16510"/>
                  </a:lnTo>
                  <a:lnTo>
                    <a:pt x="16510" y="16510"/>
                  </a:lnTo>
                  <a:lnTo>
                    <a:pt x="16510" y="6295390"/>
                  </a:lnTo>
                  <a:close/>
                </a:path>
              </a:pathLst>
            </a:custGeom>
            <a:solidFill>
              <a:srgbClr val="D7373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5222810" y="3478511"/>
            <a:ext cx="3720730" cy="1589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6"/>
              </a:lnSpc>
              <a:spcBef>
                <a:spcPct val="0"/>
              </a:spcBef>
            </a:pPr>
            <a:r>
              <a:rPr lang="en-US" sz="514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alexander dyanov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222810" y="5511614"/>
            <a:ext cx="3339668" cy="58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6"/>
              </a:lnSpc>
              <a:spcBef>
                <a:spcPct val="0"/>
              </a:spcBef>
            </a:pPr>
            <a:r>
              <a:rPr lang="en-US" sz="3726">
                <a:solidFill>
                  <a:srgbClr val="000000">
                    <a:alpha val="60784"/>
                  </a:srgbClr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-FRONTEND developer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2432867" y="6512604"/>
            <a:ext cx="2681051" cy="2692829"/>
            <a:chOff x="0" y="0"/>
            <a:chExt cx="665790" cy="66871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65790" cy="668715"/>
            </a:xfrm>
            <a:custGeom>
              <a:avLst/>
              <a:gdLst/>
              <a:ahLst/>
              <a:cxnLst/>
              <a:rect l="l" t="t" r="r" b="b"/>
              <a:pathLst>
                <a:path w="665790" h="668715">
                  <a:moveTo>
                    <a:pt x="0" y="0"/>
                  </a:moveTo>
                  <a:lnTo>
                    <a:pt x="665790" y="0"/>
                  </a:lnTo>
                  <a:lnTo>
                    <a:pt x="665790" y="668715"/>
                  </a:lnTo>
                  <a:lnTo>
                    <a:pt x="0" y="668715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C5C5C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665790" cy="70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2503879" y="6561529"/>
            <a:ext cx="2539027" cy="2539027"/>
            <a:chOff x="0" y="0"/>
            <a:chExt cx="6311900" cy="6311900"/>
          </a:xfrm>
        </p:grpSpPr>
        <p:sp>
          <p:nvSpPr>
            <p:cNvPr id="20" name="Freeform 20"/>
            <p:cNvSpPr/>
            <p:nvPr/>
          </p:nvSpPr>
          <p:spPr>
            <a:xfrm>
              <a:off x="8255" y="8255"/>
              <a:ext cx="6295390" cy="6295390"/>
            </a:xfrm>
            <a:custGeom>
              <a:avLst/>
              <a:gdLst/>
              <a:ahLst/>
              <a:cxnLst/>
              <a:rect l="l" t="t" r="r" b="b"/>
              <a:pathLst>
                <a:path w="6295390" h="6295390">
                  <a:moveTo>
                    <a:pt x="0" y="0"/>
                  </a:moveTo>
                  <a:lnTo>
                    <a:pt x="6295390" y="0"/>
                  </a:lnTo>
                  <a:lnTo>
                    <a:pt x="6295390" y="6295390"/>
                  </a:lnTo>
                  <a:lnTo>
                    <a:pt x="0" y="6295390"/>
                  </a:lnTo>
                  <a:close/>
                </a:path>
              </a:pathLst>
            </a:custGeom>
            <a:blipFill>
              <a:blip r:embed="rId5"/>
              <a:stretch>
                <a:fillRect l="-15972" t="-4427" r="-7238" b="-6393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6311900" cy="6311900"/>
            </a:xfrm>
            <a:custGeom>
              <a:avLst/>
              <a:gdLst/>
              <a:ahLst/>
              <a:cxnLst/>
              <a:rect l="l" t="t" r="r" b="b"/>
              <a:pathLst>
                <a:path w="6311900" h="6311900">
                  <a:moveTo>
                    <a:pt x="6311900" y="6311900"/>
                  </a:moveTo>
                  <a:lnTo>
                    <a:pt x="0" y="6311900"/>
                  </a:lnTo>
                  <a:lnTo>
                    <a:pt x="0" y="0"/>
                  </a:lnTo>
                  <a:lnTo>
                    <a:pt x="6311900" y="0"/>
                  </a:lnTo>
                  <a:lnTo>
                    <a:pt x="6311900" y="6311900"/>
                  </a:lnTo>
                  <a:close/>
                  <a:moveTo>
                    <a:pt x="16510" y="6295390"/>
                  </a:moveTo>
                  <a:lnTo>
                    <a:pt x="6295390" y="6295390"/>
                  </a:lnTo>
                  <a:lnTo>
                    <a:pt x="6295390" y="16510"/>
                  </a:lnTo>
                  <a:lnTo>
                    <a:pt x="16510" y="16510"/>
                  </a:lnTo>
                  <a:lnTo>
                    <a:pt x="16510" y="6295390"/>
                  </a:lnTo>
                  <a:close/>
                </a:path>
              </a:pathLst>
            </a:custGeom>
            <a:solidFill>
              <a:srgbClr val="D7373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5222810" y="6542479"/>
            <a:ext cx="3720730" cy="23810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sz="514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georgi</a:t>
            </a:r>
          </a:p>
          <a:p>
            <a:pPr algn="l">
              <a:lnSpc>
                <a:spcPts val="6276"/>
              </a:lnSpc>
            </a:pPr>
            <a:r>
              <a:rPr lang="en-US" sz="514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georgiev</a:t>
            </a:r>
          </a:p>
          <a:p>
            <a:pPr algn="l">
              <a:lnSpc>
                <a:spcPts val="6276"/>
              </a:lnSpc>
              <a:spcBef>
                <a:spcPct val="0"/>
              </a:spcBef>
            </a:pPr>
            <a:endParaRPr lang="en-US" sz="5144">
              <a:solidFill>
                <a:srgbClr val="000000"/>
              </a:solidFill>
              <a:latin typeface="Bebas Neue Cyrillic"/>
              <a:ea typeface="Bebas Neue Cyrillic"/>
              <a:cs typeface="Bebas Neue Cyrillic"/>
              <a:sym typeface="Bebas Neue Cyrillic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5222810" y="8575582"/>
            <a:ext cx="3339668" cy="58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6"/>
              </a:lnSpc>
              <a:spcBef>
                <a:spcPct val="0"/>
              </a:spcBef>
            </a:pPr>
            <a:r>
              <a:rPr lang="en-US" sz="3726">
                <a:solidFill>
                  <a:srgbClr val="000000">
                    <a:alpha val="60784"/>
                  </a:srgbClr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-backend developer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9344460" y="3420061"/>
            <a:ext cx="2681051" cy="2692829"/>
            <a:chOff x="0" y="0"/>
            <a:chExt cx="665790" cy="66871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665790" cy="668715"/>
            </a:xfrm>
            <a:custGeom>
              <a:avLst/>
              <a:gdLst/>
              <a:ahLst/>
              <a:cxnLst/>
              <a:rect l="l" t="t" r="r" b="b"/>
              <a:pathLst>
                <a:path w="665790" h="668715">
                  <a:moveTo>
                    <a:pt x="0" y="0"/>
                  </a:moveTo>
                  <a:lnTo>
                    <a:pt x="665790" y="0"/>
                  </a:lnTo>
                  <a:lnTo>
                    <a:pt x="665790" y="668715"/>
                  </a:lnTo>
                  <a:lnTo>
                    <a:pt x="0" y="668715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C5C5C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0" y="-38100"/>
              <a:ext cx="665790" cy="70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7" name="Group 27"/>
          <p:cNvGrpSpPr>
            <a:grpSpLocks noChangeAspect="1"/>
          </p:cNvGrpSpPr>
          <p:nvPr/>
        </p:nvGrpSpPr>
        <p:grpSpPr>
          <a:xfrm>
            <a:off x="9415472" y="3468986"/>
            <a:ext cx="2539027" cy="2539027"/>
            <a:chOff x="0" y="0"/>
            <a:chExt cx="6311900" cy="6311900"/>
          </a:xfrm>
        </p:grpSpPr>
        <p:sp>
          <p:nvSpPr>
            <p:cNvPr id="28" name="Freeform 28"/>
            <p:cNvSpPr/>
            <p:nvPr/>
          </p:nvSpPr>
          <p:spPr>
            <a:xfrm>
              <a:off x="8255" y="8255"/>
              <a:ext cx="6295390" cy="6295390"/>
            </a:xfrm>
            <a:custGeom>
              <a:avLst/>
              <a:gdLst/>
              <a:ahLst/>
              <a:cxnLst/>
              <a:rect l="l" t="t" r="r" b="b"/>
              <a:pathLst>
                <a:path w="6295390" h="6295390">
                  <a:moveTo>
                    <a:pt x="0" y="0"/>
                  </a:moveTo>
                  <a:lnTo>
                    <a:pt x="6295390" y="0"/>
                  </a:lnTo>
                  <a:lnTo>
                    <a:pt x="6295390" y="6295390"/>
                  </a:lnTo>
                  <a:lnTo>
                    <a:pt x="0" y="6295390"/>
                  </a:lnTo>
                  <a:close/>
                </a:path>
              </a:pathLst>
            </a:custGeom>
            <a:blipFill>
              <a:blip r:embed="rId6"/>
              <a:stretch>
                <a:fillRect l="-19533" t="-8425" b="-1006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0" y="0"/>
              <a:ext cx="6311900" cy="6311900"/>
            </a:xfrm>
            <a:custGeom>
              <a:avLst/>
              <a:gdLst/>
              <a:ahLst/>
              <a:cxnLst/>
              <a:rect l="l" t="t" r="r" b="b"/>
              <a:pathLst>
                <a:path w="6311900" h="6311900">
                  <a:moveTo>
                    <a:pt x="6311900" y="6311900"/>
                  </a:moveTo>
                  <a:lnTo>
                    <a:pt x="0" y="6311900"/>
                  </a:lnTo>
                  <a:lnTo>
                    <a:pt x="0" y="0"/>
                  </a:lnTo>
                  <a:lnTo>
                    <a:pt x="6311900" y="0"/>
                  </a:lnTo>
                  <a:lnTo>
                    <a:pt x="6311900" y="6311900"/>
                  </a:lnTo>
                  <a:close/>
                  <a:moveTo>
                    <a:pt x="16510" y="6295390"/>
                  </a:moveTo>
                  <a:lnTo>
                    <a:pt x="6295390" y="6295390"/>
                  </a:lnTo>
                  <a:lnTo>
                    <a:pt x="6295390" y="16510"/>
                  </a:lnTo>
                  <a:lnTo>
                    <a:pt x="16510" y="16510"/>
                  </a:lnTo>
                  <a:lnTo>
                    <a:pt x="16510" y="6295390"/>
                  </a:lnTo>
                  <a:close/>
                </a:path>
              </a:pathLst>
            </a:custGeom>
            <a:solidFill>
              <a:srgbClr val="D7373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2134403" y="3449936"/>
            <a:ext cx="3720730" cy="1589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sz="514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denislav</a:t>
            </a:r>
          </a:p>
          <a:p>
            <a:pPr algn="l">
              <a:lnSpc>
                <a:spcPts val="6276"/>
              </a:lnSpc>
              <a:spcBef>
                <a:spcPct val="0"/>
              </a:spcBef>
            </a:pPr>
            <a:r>
              <a:rPr lang="en-US" sz="514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dimov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2134403" y="5483039"/>
            <a:ext cx="3339668" cy="58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6"/>
              </a:lnSpc>
              <a:spcBef>
                <a:spcPct val="0"/>
              </a:spcBef>
            </a:pPr>
            <a:r>
              <a:rPr lang="en-US" sz="3726">
                <a:solidFill>
                  <a:srgbClr val="000000">
                    <a:alpha val="60784"/>
                  </a:srgbClr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-SCRUM TRAINER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344460" y="6484029"/>
            <a:ext cx="2681051" cy="2692829"/>
            <a:chOff x="0" y="0"/>
            <a:chExt cx="665790" cy="668715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665790" cy="668715"/>
            </a:xfrm>
            <a:custGeom>
              <a:avLst/>
              <a:gdLst/>
              <a:ahLst/>
              <a:cxnLst/>
              <a:rect l="l" t="t" r="r" b="b"/>
              <a:pathLst>
                <a:path w="665790" h="668715">
                  <a:moveTo>
                    <a:pt x="0" y="0"/>
                  </a:moveTo>
                  <a:lnTo>
                    <a:pt x="665790" y="0"/>
                  </a:lnTo>
                  <a:lnTo>
                    <a:pt x="665790" y="668715"/>
                  </a:lnTo>
                  <a:lnTo>
                    <a:pt x="0" y="668715"/>
                  </a:lnTo>
                  <a:close/>
                </a:path>
              </a:pathLst>
            </a:custGeom>
            <a:solidFill>
              <a:srgbClr val="FFFFFF"/>
            </a:solidFill>
            <a:ln w="66675" cap="sq">
              <a:solidFill>
                <a:srgbClr val="C5C5C6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665790" cy="706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35" name="Group 35"/>
          <p:cNvGrpSpPr>
            <a:grpSpLocks noChangeAspect="1"/>
          </p:cNvGrpSpPr>
          <p:nvPr/>
        </p:nvGrpSpPr>
        <p:grpSpPr>
          <a:xfrm>
            <a:off x="9415472" y="6532954"/>
            <a:ext cx="2539027" cy="2539027"/>
            <a:chOff x="0" y="0"/>
            <a:chExt cx="6311900" cy="6311900"/>
          </a:xfrm>
        </p:grpSpPr>
        <p:sp>
          <p:nvSpPr>
            <p:cNvPr id="36" name="Freeform 36"/>
            <p:cNvSpPr/>
            <p:nvPr/>
          </p:nvSpPr>
          <p:spPr>
            <a:xfrm>
              <a:off x="8255" y="8255"/>
              <a:ext cx="6295390" cy="6295390"/>
            </a:xfrm>
            <a:custGeom>
              <a:avLst/>
              <a:gdLst/>
              <a:ahLst/>
              <a:cxnLst/>
              <a:rect l="l" t="t" r="r" b="b"/>
              <a:pathLst>
                <a:path w="6295390" h="6295390">
                  <a:moveTo>
                    <a:pt x="0" y="0"/>
                  </a:moveTo>
                  <a:lnTo>
                    <a:pt x="6295390" y="0"/>
                  </a:lnTo>
                  <a:lnTo>
                    <a:pt x="6295390" y="6295390"/>
                  </a:lnTo>
                  <a:lnTo>
                    <a:pt x="0" y="6295390"/>
                  </a:lnTo>
                  <a:close/>
                </a:path>
              </a:pathLst>
            </a:custGeom>
            <a:blipFill>
              <a:blip r:embed="rId7"/>
              <a:stretch>
                <a:fillRect l="-31266" t="-21545" r="-15697" b="-8338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6311900" cy="6311900"/>
            </a:xfrm>
            <a:custGeom>
              <a:avLst/>
              <a:gdLst/>
              <a:ahLst/>
              <a:cxnLst/>
              <a:rect l="l" t="t" r="r" b="b"/>
              <a:pathLst>
                <a:path w="6311900" h="6311900">
                  <a:moveTo>
                    <a:pt x="6311900" y="6311900"/>
                  </a:moveTo>
                  <a:lnTo>
                    <a:pt x="0" y="6311900"/>
                  </a:lnTo>
                  <a:lnTo>
                    <a:pt x="0" y="0"/>
                  </a:lnTo>
                  <a:lnTo>
                    <a:pt x="6311900" y="0"/>
                  </a:lnTo>
                  <a:lnTo>
                    <a:pt x="6311900" y="6311900"/>
                  </a:lnTo>
                  <a:close/>
                  <a:moveTo>
                    <a:pt x="16510" y="6295390"/>
                  </a:moveTo>
                  <a:lnTo>
                    <a:pt x="6295390" y="6295390"/>
                  </a:lnTo>
                  <a:lnTo>
                    <a:pt x="6295390" y="16510"/>
                  </a:lnTo>
                  <a:lnTo>
                    <a:pt x="16510" y="16510"/>
                  </a:lnTo>
                  <a:lnTo>
                    <a:pt x="16510" y="6295390"/>
                  </a:lnTo>
                  <a:close/>
                </a:path>
              </a:pathLst>
            </a:custGeom>
            <a:solidFill>
              <a:srgbClr val="D73739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2134403" y="6513904"/>
            <a:ext cx="3720730" cy="15893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76"/>
              </a:lnSpc>
            </a:pPr>
            <a:r>
              <a:rPr lang="en-US" sz="514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dimitar</a:t>
            </a:r>
          </a:p>
          <a:p>
            <a:pPr algn="l">
              <a:lnSpc>
                <a:spcPts val="6276"/>
              </a:lnSpc>
              <a:spcBef>
                <a:spcPct val="0"/>
              </a:spcBef>
            </a:pPr>
            <a:r>
              <a:rPr lang="en-US" sz="5144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rusev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2134403" y="8547007"/>
            <a:ext cx="3339668" cy="583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46"/>
              </a:lnSpc>
              <a:spcBef>
                <a:spcPct val="0"/>
              </a:spcBef>
            </a:pPr>
            <a:r>
              <a:rPr lang="en-US" sz="3726">
                <a:solidFill>
                  <a:srgbClr val="000000">
                    <a:alpha val="60784"/>
                  </a:srgbClr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-backend developer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777" b="-38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2762060" y="4695577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20" y="0"/>
                </a:lnTo>
                <a:lnTo>
                  <a:pt x="75815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562481" y="-4809539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4084567" y="-3534023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5484741">
            <a:off x="8618816" y="5143500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9483254" y="3445706"/>
            <a:ext cx="7776046" cy="5812594"/>
          </a:xfrm>
          <a:custGeom>
            <a:avLst/>
            <a:gdLst/>
            <a:ahLst/>
            <a:cxnLst/>
            <a:rect l="l" t="t" r="r" b="b"/>
            <a:pathLst>
              <a:path w="7776046" h="5812594">
                <a:moveTo>
                  <a:pt x="0" y="0"/>
                </a:moveTo>
                <a:lnTo>
                  <a:pt x="7776046" y="0"/>
                </a:lnTo>
                <a:lnTo>
                  <a:pt x="7776046" y="5812594"/>
                </a:lnTo>
                <a:lnTo>
                  <a:pt x="0" y="58125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4904071" y="725552"/>
            <a:ext cx="8479859" cy="2665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198"/>
              </a:lnSpc>
              <a:spcBef>
                <a:spcPct val="0"/>
              </a:spcBef>
            </a:pPr>
            <a:r>
              <a:rPr lang="en-US" sz="17376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OUR MISSION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3436181"/>
            <a:ext cx="7581519" cy="5822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628"/>
              </a:lnSpc>
              <a:spcBef>
                <a:spcPct val="0"/>
              </a:spcBef>
            </a:pPr>
            <a:r>
              <a:rPr lang="en-US" sz="3793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Aethera</a:t>
            </a:r>
            <a:r>
              <a:rPr lang="en-US" sz="3793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was built to give students a fast and focused way to prepare for exams. We wanted learning to feel rewarding, not exhausting - so we built a fully graphical desktop application using Qt. Our platform lets you test your knowledge, track your progress, and study with flashcards.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777" b="-38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-5315258">
            <a:off x="1910896" y="-5647537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 rot="-10800000">
            <a:off x="15113810" y="-5290844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385575" y="434735"/>
            <a:ext cx="14407754" cy="25140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198"/>
              </a:lnSpc>
              <a:spcBef>
                <a:spcPct val="0"/>
              </a:spcBef>
            </a:pPr>
            <a:r>
              <a:rPr lang="en-US" sz="17376" dirty="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Tech stack</a:t>
            </a:r>
          </a:p>
        </p:txBody>
      </p:sp>
      <p:sp>
        <p:nvSpPr>
          <p:cNvPr id="6" name="Freeform 6"/>
          <p:cNvSpPr/>
          <p:nvPr/>
        </p:nvSpPr>
        <p:spPr>
          <a:xfrm rot="-10800000">
            <a:off x="-5895054" y="5015135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71439" y="2938756"/>
            <a:ext cx="3185395" cy="3457688"/>
          </a:xfrm>
          <a:custGeom>
            <a:avLst/>
            <a:gdLst/>
            <a:ahLst/>
            <a:cxnLst/>
            <a:rect l="l" t="t" r="r" b="b"/>
            <a:pathLst>
              <a:path w="3185395" h="3457688">
                <a:moveTo>
                  <a:pt x="0" y="0"/>
                </a:moveTo>
                <a:lnTo>
                  <a:pt x="3185395" y="0"/>
                </a:lnTo>
                <a:lnTo>
                  <a:pt x="3185395" y="3457688"/>
                </a:lnTo>
                <a:lnTo>
                  <a:pt x="0" y="3457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 rot="4502534">
            <a:off x="2261519" y="6697842"/>
            <a:ext cx="3748617" cy="4069055"/>
          </a:xfrm>
          <a:custGeom>
            <a:avLst/>
            <a:gdLst/>
            <a:ahLst/>
            <a:cxnLst/>
            <a:rect l="l" t="t" r="r" b="b"/>
            <a:pathLst>
              <a:path w="3748617" h="4069055">
                <a:moveTo>
                  <a:pt x="0" y="0"/>
                </a:moveTo>
                <a:lnTo>
                  <a:pt x="3748617" y="0"/>
                </a:lnTo>
                <a:lnTo>
                  <a:pt x="3748617" y="4069055"/>
                </a:lnTo>
                <a:lnTo>
                  <a:pt x="0" y="40690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0800000">
            <a:off x="9908639" y="8448843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 rot="-6853915">
            <a:off x="13581616" y="2938756"/>
            <a:ext cx="3064389" cy="3326338"/>
          </a:xfrm>
          <a:custGeom>
            <a:avLst/>
            <a:gdLst/>
            <a:ahLst/>
            <a:cxnLst/>
            <a:rect l="l" t="t" r="r" b="b"/>
            <a:pathLst>
              <a:path w="3064389" h="3326338">
                <a:moveTo>
                  <a:pt x="0" y="0"/>
                </a:moveTo>
                <a:lnTo>
                  <a:pt x="3064388" y="0"/>
                </a:lnTo>
                <a:lnTo>
                  <a:pt x="3064388" y="3326338"/>
                </a:lnTo>
                <a:lnTo>
                  <a:pt x="0" y="33263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 rot="-9522189">
            <a:off x="5688215" y="3151608"/>
            <a:ext cx="2786779" cy="3024998"/>
          </a:xfrm>
          <a:custGeom>
            <a:avLst/>
            <a:gdLst/>
            <a:ahLst/>
            <a:cxnLst/>
            <a:rect l="l" t="t" r="r" b="b"/>
            <a:pathLst>
              <a:path w="2786779" h="3024998">
                <a:moveTo>
                  <a:pt x="0" y="0"/>
                </a:moveTo>
                <a:lnTo>
                  <a:pt x="2786779" y="0"/>
                </a:lnTo>
                <a:lnTo>
                  <a:pt x="2786779" y="3024998"/>
                </a:lnTo>
                <a:lnTo>
                  <a:pt x="0" y="3024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 rot="5733256">
            <a:off x="13447607" y="6982207"/>
            <a:ext cx="2786779" cy="3024998"/>
          </a:xfrm>
          <a:custGeom>
            <a:avLst/>
            <a:gdLst/>
            <a:ahLst/>
            <a:cxnLst/>
            <a:rect l="l" t="t" r="r" b="b"/>
            <a:pathLst>
              <a:path w="2786779" h="3024998">
                <a:moveTo>
                  <a:pt x="0" y="0"/>
                </a:moveTo>
                <a:lnTo>
                  <a:pt x="2786780" y="0"/>
                </a:lnTo>
                <a:lnTo>
                  <a:pt x="2786780" y="3024998"/>
                </a:lnTo>
                <a:lnTo>
                  <a:pt x="0" y="3024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785944" y="3594716"/>
            <a:ext cx="1635377" cy="1838463"/>
          </a:xfrm>
          <a:custGeom>
            <a:avLst/>
            <a:gdLst/>
            <a:ahLst/>
            <a:cxnLst/>
            <a:rect l="l" t="t" r="r" b="b"/>
            <a:pathLst>
              <a:path w="1635377" h="1838463">
                <a:moveTo>
                  <a:pt x="0" y="0"/>
                </a:moveTo>
                <a:lnTo>
                  <a:pt x="1635378" y="0"/>
                </a:lnTo>
                <a:lnTo>
                  <a:pt x="1635378" y="1838463"/>
                </a:lnTo>
                <a:lnTo>
                  <a:pt x="0" y="18384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2664136" y="7639387"/>
            <a:ext cx="3268791" cy="1618913"/>
          </a:xfrm>
          <a:custGeom>
            <a:avLst/>
            <a:gdLst/>
            <a:ahLst/>
            <a:cxnLst/>
            <a:rect l="l" t="t" r="r" b="b"/>
            <a:pathLst>
              <a:path w="3268791" h="1618913">
                <a:moveTo>
                  <a:pt x="0" y="0"/>
                </a:moveTo>
                <a:lnTo>
                  <a:pt x="3268791" y="0"/>
                </a:lnTo>
                <a:lnTo>
                  <a:pt x="3268791" y="1618913"/>
                </a:lnTo>
                <a:lnTo>
                  <a:pt x="0" y="161891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1399" t="-52513" r="-17119" b="-5725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6229913" y="4114800"/>
            <a:ext cx="1703382" cy="1216702"/>
          </a:xfrm>
          <a:custGeom>
            <a:avLst/>
            <a:gdLst/>
            <a:ahLst/>
            <a:cxnLst/>
            <a:rect l="l" t="t" r="r" b="b"/>
            <a:pathLst>
              <a:path w="1703382" h="1216702">
                <a:moveTo>
                  <a:pt x="0" y="0"/>
                </a:moveTo>
                <a:lnTo>
                  <a:pt x="1703383" y="0"/>
                </a:lnTo>
                <a:lnTo>
                  <a:pt x="1703383" y="1216702"/>
                </a:lnTo>
                <a:lnTo>
                  <a:pt x="0" y="12167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/>
          <p:nvPr/>
        </p:nvGrpSpPr>
        <p:grpSpPr>
          <a:xfrm>
            <a:off x="8865176" y="3474426"/>
            <a:ext cx="4103144" cy="4066094"/>
            <a:chOff x="0" y="0"/>
            <a:chExt cx="5470859" cy="5421458"/>
          </a:xfrm>
        </p:grpSpPr>
        <p:sp>
          <p:nvSpPr>
            <p:cNvPr id="17" name="Freeform 17"/>
            <p:cNvSpPr/>
            <p:nvPr/>
          </p:nvSpPr>
          <p:spPr>
            <a:xfrm rot="-3078841">
              <a:off x="877577" y="694064"/>
              <a:ext cx="3715706" cy="4033331"/>
            </a:xfrm>
            <a:custGeom>
              <a:avLst/>
              <a:gdLst/>
              <a:ahLst/>
              <a:cxnLst/>
              <a:rect l="l" t="t" r="r" b="b"/>
              <a:pathLst>
                <a:path w="3715706" h="4033331">
                  <a:moveTo>
                    <a:pt x="0" y="0"/>
                  </a:moveTo>
                  <a:lnTo>
                    <a:pt x="3715705" y="0"/>
                  </a:lnTo>
                  <a:lnTo>
                    <a:pt x="3715705" y="4033330"/>
                  </a:lnTo>
                  <a:lnTo>
                    <a:pt x="0" y="40333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1122381" y="886612"/>
              <a:ext cx="2846341" cy="2846341"/>
            </a:xfrm>
            <a:custGeom>
              <a:avLst/>
              <a:gdLst/>
              <a:ahLst/>
              <a:cxnLst/>
              <a:rect l="l" t="t" r="r" b="b"/>
              <a:pathLst>
                <a:path w="2846341" h="2846341">
                  <a:moveTo>
                    <a:pt x="0" y="0"/>
                  </a:moveTo>
                  <a:lnTo>
                    <a:pt x="2846342" y="0"/>
                  </a:lnTo>
                  <a:lnTo>
                    <a:pt x="2846342" y="2846341"/>
                  </a:lnTo>
                  <a:lnTo>
                    <a:pt x="0" y="284634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19"/>
          <p:cNvSpPr/>
          <p:nvPr/>
        </p:nvSpPr>
        <p:spPr>
          <a:xfrm>
            <a:off x="14222680" y="3971650"/>
            <a:ext cx="1535823" cy="1535823"/>
          </a:xfrm>
          <a:custGeom>
            <a:avLst/>
            <a:gdLst/>
            <a:ahLst/>
            <a:cxnLst/>
            <a:rect l="l" t="t" r="r" b="b"/>
            <a:pathLst>
              <a:path w="1535823" h="1535823">
                <a:moveTo>
                  <a:pt x="0" y="0"/>
                </a:moveTo>
                <a:lnTo>
                  <a:pt x="1535823" y="0"/>
                </a:lnTo>
                <a:lnTo>
                  <a:pt x="1535823" y="1535823"/>
                </a:lnTo>
                <a:lnTo>
                  <a:pt x="0" y="153582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Freeform 20"/>
          <p:cNvSpPr/>
          <p:nvPr/>
        </p:nvSpPr>
        <p:spPr>
          <a:xfrm>
            <a:off x="13846660" y="7202534"/>
            <a:ext cx="2055766" cy="2055766"/>
          </a:xfrm>
          <a:custGeom>
            <a:avLst/>
            <a:gdLst/>
            <a:ahLst/>
            <a:cxnLst/>
            <a:rect l="l" t="t" r="r" b="b"/>
            <a:pathLst>
              <a:path w="2055766" h="2055766">
                <a:moveTo>
                  <a:pt x="0" y="0"/>
                </a:moveTo>
                <a:lnTo>
                  <a:pt x="2055765" y="0"/>
                </a:lnTo>
                <a:lnTo>
                  <a:pt x="2055765" y="2055766"/>
                </a:lnTo>
                <a:lnTo>
                  <a:pt x="0" y="205576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1" name="Freeform 21"/>
          <p:cNvSpPr/>
          <p:nvPr/>
        </p:nvSpPr>
        <p:spPr>
          <a:xfrm rot="-7744287">
            <a:off x="7739787" y="7219871"/>
            <a:ext cx="2786779" cy="3024998"/>
          </a:xfrm>
          <a:custGeom>
            <a:avLst/>
            <a:gdLst/>
            <a:ahLst/>
            <a:cxnLst/>
            <a:rect l="l" t="t" r="r" b="b"/>
            <a:pathLst>
              <a:path w="2786779" h="3024998">
                <a:moveTo>
                  <a:pt x="0" y="0"/>
                </a:moveTo>
                <a:lnTo>
                  <a:pt x="2786779" y="0"/>
                </a:lnTo>
                <a:lnTo>
                  <a:pt x="2786779" y="3024998"/>
                </a:lnTo>
                <a:lnTo>
                  <a:pt x="0" y="30249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Freeform 22"/>
          <p:cNvSpPr/>
          <p:nvPr/>
        </p:nvSpPr>
        <p:spPr>
          <a:xfrm>
            <a:off x="8379361" y="7931834"/>
            <a:ext cx="1529278" cy="1616146"/>
          </a:xfrm>
          <a:custGeom>
            <a:avLst/>
            <a:gdLst/>
            <a:ahLst/>
            <a:cxnLst/>
            <a:rect l="l" t="t" r="r" b="b"/>
            <a:pathLst>
              <a:path w="1529278" h="1616146">
                <a:moveTo>
                  <a:pt x="0" y="0"/>
                </a:moveTo>
                <a:lnTo>
                  <a:pt x="1529278" y="0"/>
                </a:lnTo>
                <a:lnTo>
                  <a:pt x="1529278" y="1616145"/>
                </a:lnTo>
                <a:lnTo>
                  <a:pt x="0" y="16161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8777" b="-387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-3445692" y="5433179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752917" y="-5583122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15181976" y="-4114800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5484741">
            <a:off x="9050583" y="7266357"/>
            <a:ext cx="7581519" cy="8229600"/>
          </a:xfrm>
          <a:custGeom>
            <a:avLst/>
            <a:gdLst/>
            <a:ahLst/>
            <a:cxnLst/>
            <a:rect l="l" t="t" r="r" b="b"/>
            <a:pathLst>
              <a:path w="7581519" h="8229600">
                <a:moveTo>
                  <a:pt x="0" y="0"/>
                </a:moveTo>
                <a:lnTo>
                  <a:pt x="7581519" y="0"/>
                </a:lnTo>
                <a:lnTo>
                  <a:pt x="75815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1333016" y="3375622"/>
            <a:ext cx="16192983" cy="2596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1863"/>
              </a:lnSpc>
              <a:spcBef>
                <a:spcPct val="0"/>
              </a:spcBef>
            </a:pPr>
            <a:r>
              <a:rPr lang="en-US" sz="17920" dirty="0">
                <a:solidFill>
                  <a:srgbClr val="000000"/>
                </a:solidFill>
                <a:latin typeface="Bebas Neue Cyrillic"/>
                <a:ea typeface="Bebas Neue Cyrillic"/>
                <a:cs typeface="Bebas Neue Cyrillic"/>
                <a:sym typeface="Bebas Neue Cyrillic"/>
              </a:rPr>
              <a:t>let’s start the demo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</Words>
  <Application>Microsoft Office PowerPoint</Application>
  <PresentationFormat>Custom</PresentationFormat>
  <Paragraphs>18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Quicksand</vt:lpstr>
      <vt:lpstr>Bebas Neue Cyrillic</vt:lpstr>
      <vt:lpstr>Arial</vt:lpstr>
      <vt:lpstr>Calibri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Study Effectively</dc:title>
  <cp:lastModifiedBy>Denislav Dimov</cp:lastModifiedBy>
  <cp:revision>3</cp:revision>
  <dcterms:created xsi:type="dcterms:W3CDTF">2006-08-16T00:00:00Z</dcterms:created>
  <dcterms:modified xsi:type="dcterms:W3CDTF">2026-03-23T21:31:26Z</dcterms:modified>
  <dc:identifier>DAHEyfWhiyQ</dc:identifier>
</cp:coreProperties>
</file>